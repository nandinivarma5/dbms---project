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188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2.jpe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5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F3C7E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2F3C7E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87" y="993267"/>
            <a:ext cx="528066" cy="5280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231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SAFETY APP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0156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3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Alerts &amp; Live Location Tracking for Real-Time Emergency Response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297680"/>
            <a:ext cx="5029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526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Application Project on Personal Safety, GPS Tracking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Real-Time Emergency Communication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Nandini   •   M. Niharika   •   M. Sameeksha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1" descr="/home/claude/assets/klu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5120640"/>
            <a:ext cx="2926080" cy="2926080"/>
          </a:xfrm>
          <a:prstGeom prst="ellipse">
            <a:avLst/>
          </a:prstGeom>
          <a:solidFill>
            <a:srgbClr val="65000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233172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2766060"/>
            <a:ext cx="868680" cy="868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32520" y="4206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Safety.</a:t>
            </a:r>
            <a:endParaRPr lang="en-US" sz="2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Anywhere.</a:t>
            </a:r>
            <a:endParaRPr lang="en-US" sz="2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Anytime.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417320"/>
            <a:ext cx="7223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Women’s safety during travel, harassment or sudden emergencies is a serious and growing social concern.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critical moments, victims often don’t have enough time to call for help or explain their exact location.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the need for a fast, reliable, technology-driven personal safety solution.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Women Safety App uses an SOS button and live GPS tracking to connect users with trusted contacts instantly.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assets/klu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sets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8249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1797710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18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Emergency Alerts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128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one-tap SOS alert to predefined emergency contacts the moment help is needed.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480560" y="148132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68249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654" y="179771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618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Location Sharing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2128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share the user’s live GPS coordinates during an emergency.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40080" y="303580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23697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" y="33521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Live Tracking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37673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trusted contacts follow the user’s movement throughout unsafe or unfamiliar travel.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480560" y="303580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323697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8654" y="335219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03520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Contact Management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663440" y="37673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add, edit and organise trusted contacts for faster response.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640080" y="459028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79145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174" y="490667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4727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Response Time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5321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delay between an incident occurring and help arriving.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4480560" y="459028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663440" y="479145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654" y="4906670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03520" y="4727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Greater Confidence &amp; Security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663440" y="5321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women peace of mind while travelling alone or staying alone.</a:t>
            </a:r>
            <a:endParaRPr lang="en-US" sz="103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7" name="Image 6" descr="/home/claude/assets/kluh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5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990011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417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3D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moment of danger, every second matters — but victims are rarely given one.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26609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" y="249631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of harassment or emergencies rarely have time to make a phone call or describe their exact location.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35935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34290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emergency response relies on manual calls, which are slow, unreliable and prone to miscommunication.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452628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436168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automated way to instantly share live location with trusted people during unsafe travel.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22960" y="545896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43000" y="529437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real-time tracking, family and emergency services cannot respond quickly enough to prevent harm.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claude/assets/klu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DD0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6B6B6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7739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642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4231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phone calls to family, friends or emergency numbers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real-time location sharing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 — victim must explain location verbally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entirely on network/call connectivity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to manage or notify trusted contacts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990011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645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17739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6642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4231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button sends instant alerts to emergency contacts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GPS location shared the moment SOS is triggered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continuous location tracking during travel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emergency contact list for faster, reliable response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keep contacts informed in real time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assets/kluh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99001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484" y="1819656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58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React.js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 rot="5400000">
            <a:off x="2999232" y="2098548"/>
            <a:ext cx="237744" cy="237744"/>
          </a:xfrm>
          <a:prstGeom prst="triangle">
            <a:avLst/>
          </a:prstGeom>
          <a:solidFill>
            <a:srgbClr val="990011"/>
          </a:solidFill>
          <a:ln/>
        </p:spPr>
      </p:sp>
      <p:sp>
        <p:nvSpPr>
          <p:cNvPr id="8" name="Shape 5"/>
          <p:cNvSpPr/>
          <p:nvPr/>
        </p:nvSpPr>
        <p:spPr>
          <a:xfrm>
            <a:off x="329184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244" y="1819656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3280" y="2258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APIs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 rot="5400000">
            <a:off x="5650992" y="2098548"/>
            <a:ext cx="237744" cy="237744"/>
          </a:xfrm>
          <a:prstGeom prst="triangle">
            <a:avLst/>
          </a:prstGeom>
          <a:solidFill>
            <a:srgbClr val="990011"/>
          </a:solidFill>
          <a:ln/>
        </p:spPr>
      </p:sp>
      <p:sp>
        <p:nvSpPr>
          <p:cNvPr id="13" name="Shape 9"/>
          <p:cNvSpPr/>
          <p:nvPr/>
        </p:nvSpPr>
        <p:spPr>
          <a:xfrm>
            <a:off x="594360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99001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004" y="1819656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35040" y="2258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035040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Contacts · SOS · Locations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 rot="5400000">
            <a:off x="8302752" y="2098548"/>
            <a:ext cx="237744" cy="237744"/>
          </a:xfrm>
          <a:prstGeom prst="triangle">
            <a:avLst/>
          </a:prstGeom>
          <a:solidFill>
            <a:srgbClr val="990011"/>
          </a:solidFill>
          <a:ln/>
        </p:spPr>
      </p:sp>
      <p:sp>
        <p:nvSpPr>
          <p:cNvPr id="18" name="Shape 13"/>
          <p:cNvSpPr/>
          <p:nvPr/>
        </p:nvSpPr>
        <p:spPr>
          <a:xfrm>
            <a:off x="859536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1764" y="1819656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686800" y="2258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Contacts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8686800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SOS &amp; Location Data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828800" y="32461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990011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960" y="338328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514600" y="33467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Location Services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172968" y="2944368"/>
            <a:ext cx="237744" cy="237744"/>
          </a:xfrm>
          <a:prstGeom prst="triangle">
            <a:avLst/>
          </a:prstGeom>
          <a:solidFill>
            <a:srgbClr val="990011"/>
          </a:solidFill>
          <a:ln/>
        </p:spPr>
      </p:sp>
      <p:sp>
        <p:nvSpPr>
          <p:cNvPr id="26" name="Shape 19"/>
          <p:cNvSpPr/>
          <p:nvPr/>
        </p:nvSpPr>
        <p:spPr>
          <a:xfrm>
            <a:off x="6309360" y="32461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38328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995160" y="33467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7699248" y="2944368"/>
            <a:ext cx="237744" cy="237744"/>
          </a:xfrm>
          <a:prstGeom prst="triangle">
            <a:avLst/>
          </a:prstGeom>
          <a:solidFill>
            <a:srgbClr val="2F3C7E"/>
          </a:solidFill>
          <a:ln/>
        </p:spPr>
      </p:sp>
      <p:sp>
        <p:nvSpPr>
          <p:cNvPr id="30" name="Shape 22"/>
          <p:cNvSpPr/>
          <p:nvPr/>
        </p:nvSpPr>
        <p:spPr>
          <a:xfrm>
            <a:off x="640080" y="4434840"/>
            <a:ext cx="10881360" cy="18288"/>
          </a:xfrm>
          <a:prstGeom prst="rect">
            <a:avLst/>
          </a:prstGeom>
          <a:solidFill>
            <a:srgbClr val="E4CACC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&amp; Platforms Used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1060704" y="50749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724" y="5234940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94360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2542032" y="50749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2052" y="5234940"/>
            <a:ext cx="320040" cy="32004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2075688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4023360" y="50749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80" y="5234940"/>
            <a:ext cx="320040" cy="32004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3557016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5504688" y="50749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4708" y="5234940"/>
            <a:ext cx="320040" cy="32004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038344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6986016" y="50749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5234940"/>
            <a:ext cx="320040" cy="32004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519672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8467344" y="50749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7364" y="5234940"/>
            <a:ext cx="320040" cy="32004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8001000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950" dirty="0"/>
          </a:p>
        </p:txBody>
      </p:sp>
      <p:sp>
        <p:nvSpPr>
          <p:cNvPr id="50" name="Shape 36"/>
          <p:cNvSpPr/>
          <p:nvPr/>
        </p:nvSpPr>
        <p:spPr>
          <a:xfrm>
            <a:off x="9948672" y="50749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08692" y="5234940"/>
            <a:ext cx="320040" cy="32004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9482328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53" name="Text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54" name="Text 39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Shape 40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6" name="Image 13" descr="/home/claude/assets/kluh_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F296BA4-C0CE-37F5-2107-2CC27843D59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8122" y="137370"/>
            <a:ext cx="11780215" cy="66263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powering the Women Safety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71116" y="194767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708" y="21122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9748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308152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 structure, CSS for styling and responsive design, and React.js for a fast, interactive user interface.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47588" y="194767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0" y="211226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1144" y="269748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308152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powers the application logic, with Spring Boot used to develop and expose the backend REST APIs.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24060" y="194767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652" y="21122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7616" y="269748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8152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stores user details, emergency contacts, SOS information and location data.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71116" y="418795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708" y="435254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9377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 API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59536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user's live location on an interactive map for emergency contacts to view.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16552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47588" y="418795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435254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81144" y="49377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/ Geolocation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636008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user's current location to power live tracking and SOS alerts.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93024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624060" y="418795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8652" y="435254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57616" y="49377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version control and project management throughout development.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7" name="Image 6" descr="/home/claude/assets/kluh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that make the app effective in an emergency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71116" y="194767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708" y="21122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9748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 Emergency Button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308152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an instant alert with live location to emergency contacts.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47588" y="194767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211226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1144" y="269748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GPS Tracking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308152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 can follow the user’s movement in real time.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24060" y="194767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652" y="21122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7616" y="269748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Contact Management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8152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organise a list of trusted people to notify.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71116" y="418795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5708" y="435254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9377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Notifications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59536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push alerts keep contacts informed the moment SOS is triggered.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16552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47588" y="418795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2180" y="435254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81144" y="49377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History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636008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past routes and locations for review or safety records.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93024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624060" y="418795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8652" y="435254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57616" y="49377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Quick-Access Emergency Services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police or helplines directly from within the app.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7" name="Image 6" descr="/home/claude/assets/kluh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Preview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SafeHer app interface and website walkthrough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5440" y="1581912"/>
            <a:ext cx="5431536" cy="3115418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90011">
                <a:alpha val="16000"/>
              </a:srgbClr>
            </a:outerShdw>
          </a:effectLst>
        </p:spPr>
      </p:sp>
      <p:pic>
        <p:nvPicPr>
          <p:cNvPr id="5" name="Image 0" descr="/mnt/user-data/uploads/WhatsApp_Image_2026-08-26_at_8_57_41_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8" y="1691640"/>
            <a:ext cx="5212080" cy="28959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5168" y="473390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— SOS Interface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4720" y="1581912"/>
            <a:ext cx="5431536" cy="3115418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90011">
                <a:alpha val="16000"/>
              </a:srgbClr>
            </a:outerShdw>
          </a:effectLst>
        </p:spPr>
      </p:sp>
      <p:pic>
        <p:nvPicPr>
          <p:cNvPr id="8" name="Image 1" descr="/mnt/user-data/uploads/WhatsApp_Image_2026-08-26_at_8_58_02_A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1691640"/>
            <a:ext cx="5212080" cy="28959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24448" y="473390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 &amp; Key Features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/home/claude/assets/kluh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5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657600" cy="365760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937760"/>
            <a:ext cx="3108960" cy="310896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Women Safety App brings SOS alerts, live GPS tracking and trusted-contact management into one accessible mobile solution.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emergency response time and removes the need to explain location verbally under stress.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GPS, Firebase and real-time communication, it gives women greater confidence and security while travelling or staying alone.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955280" y="141732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441180" y="1709928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869948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13816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11312" y="3108960"/>
            <a:ext cx="3099816" cy="841248"/>
          </a:xfrm>
          <a:prstGeom prst="roundRect">
            <a:avLst>
              <a:gd name="adj" fmla="val 7609"/>
            </a:avLst>
          </a:prstGeom>
          <a:solidFill>
            <a:srgbClr val="F3DA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12480" y="321868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 Nandini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5661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2520090230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11312" y="4096512"/>
            <a:ext cx="3099816" cy="841248"/>
          </a:xfrm>
          <a:prstGeom prst="roundRect">
            <a:avLst>
              <a:gd name="adj" fmla="val 7609"/>
            </a:avLst>
          </a:prstGeom>
          <a:solidFill>
            <a:srgbClr val="F3DAD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12480" y="42062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 Niharika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45537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2520090021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11312" y="5084064"/>
            <a:ext cx="3099816" cy="841248"/>
          </a:xfrm>
          <a:prstGeom prst="roundRect">
            <a:avLst>
              <a:gd name="adj" fmla="val 7609"/>
            </a:avLst>
          </a:prstGeom>
          <a:solidFill>
            <a:srgbClr val="F3DAD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0" y="51937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 Sameeksha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554126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2520090229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1" descr="/home/claude/assets/klu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855</Words>
  <Application>Microsoft Office PowerPoint</Application>
  <PresentationFormat>Widescreen</PresentationFormat>
  <Paragraphs>138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nandinivarma2008@outlook.com</cp:lastModifiedBy>
  <cp:revision>2</cp:revision>
  <dcterms:created xsi:type="dcterms:W3CDTF">2026-08-26T03:44:59Z</dcterms:created>
  <dcterms:modified xsi:type="dcterms:W3CDTF">2026-09-28T08:42:02Z</dcterms:modified>
</cp:coreProperties>
</file>